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114800"/>
            <a:ext cx="2743200" cy="274320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-1097280"/>
            <a:ext cx="2194560" cy="219456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DESIGN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专业综合设计 · 第 10 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视觉质量评估应用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VQA Studio</a:t>
            </a:r>
            <a:pPr algn="l" indent="0" marL="0">
              <a:buNone/>
            </a:pPr>
            <a:r>
              <a:rPr lang="en-US" sz="2600" dirty="0">
                <a:solidFill>
                  <a:srgbClr val="94A3B8"/>
                </a:solidFill>
              </a:rPr>
              <a:t>  ·  </a:t>
            </a:r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中期汇报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 / 视频 · 全参考 + 无参考 · 多线程联调版本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汇报组：</a:t>
            </a:r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江子路 / 曹天诚 / 常家硕 / 徐凯文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指导老师：</a:t>
            </a:r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周飞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汇报日期：</a:t>
            </a:r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5 月 19 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· GUI 多线程联调 / VMAF 调研已完成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项目背景与目标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BUILD VQA STUDIO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背景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48640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短视频 / 直播 / 视频会议 / 流媒体爆发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上下行带宽有限，编码 / 上采样 / 网络抖动均可能引入失真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需要一个可定量、可对比、可视化的工具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54864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FR (全参考) + NR (无参考) 两类算法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图像 / 视频 双输入，逐帧得分曲线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GUI 多线程不卡顿，CLI 可批量自动化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60604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691640"/>
            <a:ext cx="26060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26060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已注册算法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1691640"/>
            <a:ext cx="260604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8280" y="1691640"/>
            <a:ext cx="26060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828800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098280" y="2514600"/>
            <a:ext cx="26060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 PASS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260604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200400"/>
            <a:ext cx="260604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337560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0.23s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00800" y="4023360"/>
            <a:ext cx="26060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帧视频 SSIM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98280" y="3200400"/>
            <a:ext cx="260604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8280" y="3200400"/>
            <a:ext cx="26060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3337560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1200×760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098280" y="4023360"/>
            <a:ext cx="26060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分辨率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709160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7091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 PSNR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75904" y="4709160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47091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 SSIM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351008" y="4709160"/>
            <a:ext cx="2688336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51008" y="470916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 NIQE-Lite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709160"/>
            <a:ext cx="3511296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70916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 VMAF · 11-12 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021824" y="4709160"/>
            <a:ext cx="3511296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21824" y="470916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 VSFA · 13-14 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与开题计划的进度对照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TRACKING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200400"/>
            <a:ext cx="1088136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2724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1828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6-7 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-36576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环境搭建 + CLI 跑通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312724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8-9 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原型 + 模型加载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127248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10 周 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联调 / 多线程 / VMAF 调研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3127248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11-15 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VMAF / VSFA / 数据库验证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338560" y="3127248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16-17 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14984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优化 + 答辩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中期汇报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7648" y="2194560"/>
            <a:ext cx="146304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657600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736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已完成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074920"/>
            <a:ext cx="33832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/ SSIM / NIQE-Lite 全部上线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GUI 4 区布局 + QSS 深色主题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多线程不卡顿，6 单元测试通过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663440"/>
            <a:ext cx="3657600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4663440"/>
            <a:ext cx="73152" cy="1783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4736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本期里程碑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26280" y="5074920"/>
            <a:ext cx="33832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算法挂到 GUI（拖拽 / 进度 / 曲线）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QThread + 信号通路联调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VMAF 集成路径调研报告完成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4663440"/>
            <a:ext cx="3657600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4663440"/>
            <a:ext cx="73152" cy="1783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4736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下一阶段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21040" y="5074920"/>
            <a:ext cx="33832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11-12 周：VMAF（FFmpeg + libvmaf）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13-14 周：VSFA（PyTorch ResNet+GRU）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15-17 周：TID2013/LIVE 验证 + 答辩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BREAKDOWN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2471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应用层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24028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24028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vqa.cli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24028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24028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主窗口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224028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24028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离屏冒烟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smoke_test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124712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调度 / GUI 组件层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35661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按算法+类型派发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5661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ScoringWorker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(QThread)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35661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拖拽预览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15600" y="35661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ScoreCurve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逐帧曲线 (QPainter)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846320"/>
            <a:ext cx="73152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算法 / IO 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5303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0352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0" y="5303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530352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(11×11 高斯)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5303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530352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NIQE-Lite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(MSCN+AGGD+锐+噪)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5303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530352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io_utils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图像/视频/聚合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58400" y="5303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0" y="530352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注册表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95848" y="288036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095848" y="457200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算法实现 ① ─ FR 全参考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· SSIM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Signal-to-Noise Ratio · 越大越好 · dB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5120640" cy="868680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PSNR = 10 · log₁₀ ( 1 / MSE 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512064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图像归一化到 [0,1] float32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像素误差平方均值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自比 → ∞，工程实现取 100 dB 上限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对加性噪声敏感，对结构性失真不敏感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4864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691640"/>
            <a:ext cx="548640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SSIM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Similarity · 越大越好 · [0,1]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2697480"/>
            <a:ext cx="5120640" cy="868680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97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(2μxμy+C₁)(2σxy+C₂) / (μx²+μy²+C₁)(σx²+σy²+C₂)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703320"/>
            <a:ext cx="512064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11×11 高斯窗滑动卷积（Wang 2004）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K₁=0.01, K₂=0.03，对应 C₁=2.55e-5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cv2.filter2D 替代纯 Python 循环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自比 = 1.0 ✓ ；模糊 / 噪声严格下降 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算法实现 ② ─ NR 无参考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NIQE-Lite (项目自实现)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特征工程：四个互补维度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468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MSCN 系数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8803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全局方差 + 峰度，自然图像近高斯，失真越偏离越异常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240280"/>
            <a:ext cx="54864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560320"/>
            <a:ext cx="640080" cy="6400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23760" y="2468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MSCN 水平/垂直乘积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28803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AGGD 拟合形状参数，敏感于噪声与模糊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97764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3886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拉普拉斯方差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297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图像锐度的经典度量，模糊越严重越接近 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657600"/>
            <a:ext cx="54864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39776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0" y="3886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Immerkaer 噪声估计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4297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 5×5 拉普拉斯掩模卷积，抑制结构、保留噪声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212080"/>
            <a:ext cx="73152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285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加权聚合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5650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0.4·MSCN_dev + 0.2·prod_kurt + 0.2·(1/sharp) + 0.2·noise   (越小越好)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纯 NumPy / OpenCV，跨平台无依赖；✗ 量纲与官方 NIQE 不一致 → 后期由 VSFA 替换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设计与实现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· 4 区布局 · 深色 QSS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输入区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拖拽 / 点击 · 图片直接显示 · 视频显示首帧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640080" cy="6400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880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控制区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FR/NR 切换 · 算法下拉 · stride · max-frames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3977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展示区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进度条 + 实时日志 + 逐帧得分曲线 (QPainter)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5074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结果区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588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大字号 MOS · 聚合统计 · 一键导出 JSON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691640"/>
            <a:ext cx="521208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3" name="Image 0" descr="/Users/kevin/Documents/视觉质量评估/reports/demo_frames/01_start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93408" y="1783080"/>
            <a:ext cx="4992624" cy="3749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583680" y="5715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 1200×760 启动态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· QObject + QThread · pyqtSignal · QSS 自定义深色主题 · QPainter 自绘曲线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演示走查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样例：dis_blur.mp4 vs ref.mp4 · SSIM · stride=1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9748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Users/kevin/Documents/视觉质量评估/reports/demo_frames/02_loa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874520"/>
            <a:ext cx="260604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749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双视频加载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828800"/>
            <a:ext cx="269748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0" name="Image 1" descr="/Users/kevin/Documents/视觉质量评估/reports/demo_frames/03_algo_select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874520"/>
            <a:ext cx="2606040" cy="1828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3749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SSIM 已选中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828800"/>
            <a:ext cx="269748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3" name="Image 2" descr="/Users/kevin/Documents/视觉质量评估/reports/demo_frames/07_runn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0" y="1874520"/>
            <a:ext cx="2606040" cy="1828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5040" y="3749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评估中（曲线渐显）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823960" y="1828800"/>
            <a:ext cx="269748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6" name="Image 3" descr="/Users/kevin/Documents/视觉质量评估/reports/demo_frames/10_fina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69680" y="1874520"/>
            <a:ext cx="2606040" cy="1828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23960" y="3749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完成 SSIM=0.7301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4572000"/>
            <a:ext cx="11247120" cy="1874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57200" y="4572000"/>
            <a:ext cx="73152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0080" y="4617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0.7301</a:t>
            </a:r>
            <a:endParaRPr lang="en-US" sz="6400" dirty="0"/>
          </a:p>
        </p:txBody>
      </p:sp>
      <p:sp>
        <p:nvSpPr>
          <p:cNvPr id="21" name="Text 15"/>
          <p:cNvSpPr/>
          <p:nvPr/>
        </p:nvSpPr>
        <p:spPr>
          <a:xfrm>
            <a:off x="640080" y="5440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视频均值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40080" y="5760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逐帧 N=25 · σ=0.0090 · min=0.7237 · max=0.7578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114800" y="4663440"/>
            <a:ext cx="7498080" cy="1691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评估期间窗口可拖动 / 滚动，主线程零冻结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进度条 busy 状态 + 日志区实时刷新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曲线区 25 个数据点逐帧绘出，平滑连贯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离屏冒烟测试 (smoke_test) 与 CLI 输出完全一致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实验结果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单调性验证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图像（参考 ref.png）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5760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失真类型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NIQE-Lite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原图（自比）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高斯模糊 σ=4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25.534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高斯噪声 σ=25/255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24.020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 q=12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29.382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视频（参考 ref.mp4，前 30 帧）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0312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失真类型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NIQE-Lite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原视频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视频 模糊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27.194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视频 噪声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27.564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434840"/>
            <a:ext cx="11247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观察结论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4937760"/>
            <a:ext cx="1097280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/ SSIM 在所有失真上严格低于无失真 → 基本单调性正确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NIQE-Lite 在模糊 / 噪声上得分明显升高（3.66 → 6.61 / 6.36），无参考通路可用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q=12 出现「高频被抹平 → NIQE 反而下降」（已知局限，将由官方 NIQE / VSFA 替换）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性能：单图 PSNR/SSIM &lt; 20 ms；30 帧视频 SSIM ≈ 0.23s，GUI 全程流畅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关键技术 · 多线程不卡 UI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QObject + QThread + pyqtSignal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信号通路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2194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 主线程)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21945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194560"/>
            <a:ext cx="2194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QThread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21945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194560"/>
            <a:ext cx="2194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ScoringWorker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(QObject)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6060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6060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progress / log / finished / failed (pyqtSignal)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3200400"/>
            <a:ext cx="-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3749040"/>
            <a:ext cx="7132320" cy="2606040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221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关键代码（节选）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6949440" cy="2103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self._thread = QtCore.QThread()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self._worker = ScoringWorker(algo, target, ref, stride, max_frames)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self._worker.moveToThread(self._thread)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self._thread.started.connect(self._worker.run)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self._worker.log.connect(self._log)         # 日志回主线程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self._worker.finished.connect(self._on_finished)  # 完成回 UI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self._worker.failed.connect(self._on_failed)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self._worker.finished.connect(self._thread.quit)  # 自动退出线程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self._thread.start()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收益验证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63840" y="2194560"/>
            <a:ext cx="3840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2194560"/>
            <a:ext cx="7315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240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509760" y="2240280"/>
            <a:ext cx="2103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次主线程冻结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3246120"/>
            <a:ext cx="3840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3246120"/>
            <a:ext cx="7315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50976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信号通路与 CLI 一致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63840" y="4297680"/>
            <a:ext cx="3840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4297680"/>
            <a:ext cx="73152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43434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50976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帧曲线逐帧渲染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63840" y="5349240"/>
            <a:ext cx="3840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5349240"/>
            <a:ext cx="73152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53949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可拖动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9509760" y="5394960"/>
            <a:ext cx="2103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评估中窗口仍响应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VMAF 调研 与 后续路线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11-12 周交付计划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0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VMAF 调研要点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Multi-Method Assessment Fusion · Netflix 2016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(4 尺度) + DLM 细节损失 + TI 时域信息 → SVR 回归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默认模型 vmaf_v0.6.1（1080p）；SDR / HDR 分别专用模型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包 vmaf-python 老旧 → 选择 ffmpeg + libvmaf 子进程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-lavfi libvmaf 流式输出 JSON，可逐帧解析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已用 QThread + 信号通路，新增 vqa/algos/vmaf.py 即可挂载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8640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548640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阶段路线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46520" y="2487168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4871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W11-12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接入 VMAF (FFmpeg + libvmaf)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vqa/algos/vmaf.py + GUI 算法菜单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3447288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4472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W13-14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383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接入 VSFA (PyTorch + ResNet+GRU)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权重加载 + 单视频推理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46520" y="4407408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407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0" y="4343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TID2013 / LIVE 数据库验证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SROCC / KROCC / PLCC / RMSE 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5367528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367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W16-17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5303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优化 + 答辩 PPT + 论文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0" y="5715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终验交付包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风险降级 与 致谢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&amp; THANKS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411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风险与降级方案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3931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VMAF 在 macOS 编译失败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libvmaf 依赖 meson/ninja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286000"/>
            <a:ext cx="4206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用 Netflix 静态二进制 / Docker 内运行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471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46120"/>
            <a:ext cx="73152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37560"/>
            <a:ext cx="3931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VSFA 推理过慢导致 UI 阻塞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33756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单视频 &gt; 5s 推理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3337560"/>
            <a:ext cx="4206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已 QThread；进一步分块推理 + 流式回吐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97680"/>
            <a:ext cx="73152" cy="914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89120"/>
            <a:ext cx="3931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NIQE-Lite 在 JPEG 单调性反向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438912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高频抹平 → NIQE 下降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4389120"/>
            <a:ext cx="4206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由官方 NIQE / VSFA 替换，不影响中期演示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440680"/>
            <a:ext cx="7772400" cy="91440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感谢周飞老师的指导，感谢小组成员的协作。期待中期反馈！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0" y="5440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Studio · 中期汇报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视觉质量评估应用 · 中期汇报</dc:title>
  <dc:subject>PptxGenJS Presentation</dc:subject>
  <dc:creator>徐凯文 / 江子路 / 曹天诚 / 常家硕</dc:creator>
  <cp:lastModifiedBy>徐凯文 / 江子路 / 曹天诚 / 常家硕</cp:lastModifiedBy>
  <cp:revision>1</cp:revision>
  <dcterms:created xsi:type="dcterms:W3CDTF">2026-05-19T08:36:23Z</dcterms:created>
  <dcterms:modified xsi:type="dcterms:W3CDTF">2026-05-19T08:36:23Z</dcterms:modified>
</cp:coreProperties>
</file>